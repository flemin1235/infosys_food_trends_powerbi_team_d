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A3E7-8668-D6BC-BB33-9686754C4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C2AF7-F782-1C19-7D84-0D3E9926F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16B57-A3B3-66D4-0C6B-386F7CA9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BBB31-E388-41A9-6971-4EAF65BC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7A1AE-E62C-B814-4F3D-D7D543C5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49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AC00-AD1C-C314-0DE6-3388398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6086-4664-51FE-E17F-3ADF8DA4A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1412E-10FE-B9C3-B762-C0F050D6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C641-A99D-15BB-5815-B43FEB5A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6A4A5-69DF-D1D3-D5C9-3E38D738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30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51D9-84E8-8D19-6849-2AADFB9D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BC746-39D6-3D5D-66C0-75C362928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B77F6-02B2-EE25-9F5A-0829279B2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70BEC-FB11-3CDC-C710-44864626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4A9B7-8AFB-4572-4C95-9E898DAA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70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F075-BE66-FF1E-6413-5C6B8034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CDBD2-0375-12CE-2C01-7FFCA996D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2DDE4-DDC8-519F-D805-ACD244032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E9CD5-1B79-5F94-9299-2AC8F96A5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861FB-4811-E442-D2E0-EE0956FF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3AFD7-5516-D024-A778-5225D372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22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02B11-79E7-8FB7-6E4D-46D35EFF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408DB-0353-04AE-9732-88572E54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2CF19-166E-C088-9698-5353DB8A9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38B64-C434-3B32-5D3E-A524BBF92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C1AFF-1CE8-9329-8F24-1F19DE4E2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D5156-B443-4132-6745-E27B70B4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AAE06-DBE7-787B-D934-37B91C8F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C074E-ADA5-BBD7-383D-4E109D89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2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1877-8634-ECA8-0873-49D16FA2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2575E-78F2-846B-AF48-8F1CE3B5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D0E63-0905-BC8E-592A-2C15D963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AB05A-F5D1-5A54-AABA-2F03E3D1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2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93E27-2160-4A48-1E51-29E394E7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BCCA44-7382-5B8A-CD15-66329099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8FEE5-3F95-DF70-22F9-FC9950B6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01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CDE4-3958-B7E8-3ED2-7F5EC83F7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D0E8-15DA-8216-A0B4-49A40AB4C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1EB48-6524-F875-1E5D-AB105D7EE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8A426-5A74-C80C-CA0B-CA471E37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526AD-D207-0ACB-E593-2672E32A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E0D0A-BC85-910B-F480-F5F56C1D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291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8444-6D2B-4614-F914-BF2B4FFAD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6322D-4B8D-E0A4-5B15-8E11C9CD5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A24E8-AC9F-8FF4-A82D-56216812D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CD4C1-EA40-4566-CE2E-B70F01CB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C811C-1DF6-F99B-EBD0-2F21F5AA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2EA4B-6F46-B0D8-393C-45B20BFA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6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46AD-8DF8-63A7-BC9D-23371638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E4C6F-7519-1C45-6124-FD62CFEAE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558BA-2B2C-8D23-6A5F-D6F5CA1F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F937-F501-5B9E-7FD7-C3921DDC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65B2-1C61-855F-E438-89FB282F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310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37230-D069-54EA-15A1-063680DA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DAEB8-8B91-F01A-6BBF-9F73C296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6B058-4692-AC7E-802F-AFE4238F9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D9DA-F443-7C2F-29B7-C0423253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FB902-BD66-8D6C-858B-670F4814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16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A30A7-8B73-C5CF-3845-DFDA115E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E1F25-DD58-08A2-4E29-5B565E9A9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3A5D5-7151-FF6A-8E33-C0E9C7BBF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48434-8F75-47D6-8D3F-B9B6C4543BEA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FF98A-F1DB-1F6B-263D-4DDCB52EC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848BA-D43D-8795-30DB-8C226AEAD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E479E-651C-4CC2-AF5F-1A2D9343B6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1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493C45-C94A-5A2C-1059-A91754C54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1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A27A64-7E8B-549D-8629-53F8B3619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" b="-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0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E6FDD8-F653-1980-5B0F-AF5DDB93B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8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C42A91-4F7E-2B57-1F24-2F9783626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7" y="452022"/>
            <a:ext cx="10936226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07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08F590-0C9F-B535-9CE5-48586394B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44" y="404390"/>
            <a:ext cx="11364911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3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84F652-3FAF-1FBA-39B7-FDC856761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5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C86C7B-0A30-DD95-0DC7-355536803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71" y="294837"/>
            <a:ext cx="11345858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3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778590-8B05-4CA9-45C5-BAD806223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71" y="228153"/>
            <a:ext cx="10983858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80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4F82CF-14C4-B9C1-A0EA-F66033BA5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29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A05022-A6B5-6CAD-143D-51C7BDA14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37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789441-85D0-941E-33E0-51A6C955B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70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F90E3C-862D-2A2F-40C2-313AB9F03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30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60216B-7954-4E0A-2A81-184736B2E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3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 Akshaya</dc:creator>
  <cp:lastModifiedBy>MS Akshaya</cp:lastModifiedBy>
  <cp:revision>1</cp:revision>
  <dcterms:created xsi:type="dcterms:W3CDTF">2026-02-10T11:17:01Z</dcterms:created>
  <dcterms:modified xsi:type="dcterms:W3CDTF">2026-02-10T11:17:01Z</dcterms:modified>
</cp:coreProperties>
</file>